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0C7CE-9C59-4B84-AEF8-D5EF8CCBFCA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322F8-3EB3-4D8E-A356-F54217E9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920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수치는 </a:t>
            </a:r>
            <a:r>
              <a:rPr lang="en-US" altLang="ko-KR"/>
              <a:t>8</a:t>
            </a:r>
            <a:r>
              <a:rPr lang="ko-KR" altLang="en-US"/>
              <a:t>월 </a:t>
            </a:r>
            <a:r>
              <a:rPr lang="en-US" altLang="ko-KR"/>
              <a:t>1</a:t>
            </a:r>
            <a:r>
              <a:rPr lang="ko-KR" altLang="en-US"/>
              <a:t>일 기준입니다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322F8-3EB3-4D8E-A356-F54217E91B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74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4E7BB-842D-1DE9-E29A-F4307B6B5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135BB7-A3BE-172C-F57D-EB7F067A8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BC0DE2-FA5E-E44A-E768-432126FF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8DB7E-69ED-713A-DDF2-CA9066C9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CD7D8-278F-9D50-9BAB-B5292428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77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5A4BF-6A38-22FA-49CA-A8ACDFAA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06D98-7DB5-1DD0-1756-6329D2E6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54147C-ECA0-450B-9350-AD5C5C4E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7E1878-9055-5227-C687-634DA4F9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B64EF-CA0B-B3D5-9B23-64C5CC79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37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6B3A35-562D-8B54-3236-E4A472C59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D0DBDB-364F-4324-52D2-25DE7A869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B1507F-028C-5855-A132-BA03A41D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8FC8B4-EC9A-7CC3-7F01-CD5C2790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D6ABE8-CF0A-6370-ACC3-33DFC131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60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4C1EF-09DA-F005-6592-E635F789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B3B621-7AA2-0B3C-5492-C98E053BE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A29469-4B72-511C-A8FE-18ACBB6A4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D0159-EB68-58F1-BAFA-4541E874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B5EB20-382F-0F8A-FF32-66668375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051C3A-42BA-A0A1-507B-0EB8377F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169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8C996-DF1F-C378-EFE7-32564959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4040CD-4D8B-F3A6-7119-B89EE5272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1CECD8-BD31-4022-4712-0F4A7CABC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57EEFB-D6F8-9F48-4300-ACF0195B1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1D7293-46EF-D23C-E79E-8595E676A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575D54-FC26-7E34-D9FD-EAD61BB5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0B7C03-3DB5-5894-77B1-59FFFC50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9DB6EA-41E1-EB13-9598-51796B58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70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6A6A2-57BB-5754-3122-8B3CB3E4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1F4D02-826F-7EB9-4F24-7B2A98AB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D23743-D403-A616-F2E7-FBBF5FD0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F0F753-2DB9-AFCC-16FD-7036EBDC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630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0A1BC9-E9AE-5891-3C23-6DF6BE26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BA5A1E-F807-9950-3778-C0CF6B6D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A4389-6A82-9E41-1E65-D6CE0B99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634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8E96-5C5E-C7EE-B09A-BCB50CEA3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D57479-2E13-4BFA-E1F2-83105D0BE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42D818-6BE7-95DF-8C82-B05F061AC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9868FF-B3F9-A81F-0B7F-6F8C1330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E8815D-819C-9FFD-6CA8-96176143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0D089C-FE7D-F0DC-9217-9043D826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16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55305-1AB5-7A1B-2556-E7655694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6DE398-704D-1FE0-B131-7538AF6EC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4F4CA0-D86D-3A40-1E6C-B15D89FAC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91C90C-570A-98AF-D30F-7906C30D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F17151-50BF-6DBA-6048-F87B35DD5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BBAF05-6DB2-46FA-D461-0B0DDE36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75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E83D9-9102-9AEB-37E9-23420D42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5B1E1D-EE56-2C04-57A2-C3D99BD3D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70B83-D7A8-51A9-F422-F16DBA13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AA2528-BA2D-83BC-8457-EC6468C1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598DE-0BA8-6302-4348-85F68FE5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33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CFB05A-D86A-63BA-98D0-7D1D003AC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785F6E-1E05-A05B-CED1-8F5AD2154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4F390-CC48-83AD-72A2-116F4E70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1BFA9C-FDEE-2C8A-A0EC-CC94F318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078F11-5D36-091E-FADE-DE702205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703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B1034-B6D3-43BC-11BD-203C49F9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CBC285-CEC1-EA81-DA4E-8D1E554AD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EC73F5-818B-C355-9204-3E9BBC6D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F913D0-8F06-E33E-03F2-72200AB9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CF18DA-C6F7-B9BE-A78E-EAC3F63A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42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5DE595-D1C9-BEAC-F09E-E152D213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302F7-2A5A-01A5-1C84-07B62DB14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B8F2D-0E9A-716E-023E-BC5C79F7B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130D9-CCC6-444A-954B-089562C3550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9F2973-D8B9-00BD-2DD0-1E138338C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F56D33-28B5-595F-386A-D5E71D7D1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458B-FB8D-44E5-ADA8-2816BC30F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90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857FC-E496-FA82-BA1A-30C30091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분기 리뷰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B1FE54-549D-B44A-B1D8-C6B26476F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매출 </a:t>
            </a:r>
            <a:r>
              <a:rPr lang="en-US" altLang="ko-KR"/>
              <a:t>12% </a:t>
            </a:r>
            <a:r>
              <a:rPr lang="ko-KR" altLang="en-US"/>
              <a:t>증가</a:t>
            </a:r>
          </a:p>
          <a:p>
            <a:r>
              <a:rPr lang="ko-KR" altLang="en-US"/>
              <a:t>월간 활성 사용자 </a:t>
            </a:r>
            <a:r>
              <a:rPr lang="en-US" altLang="ko-KR"/>
              <a:t>3</a:t>
            </a:r>
            <a:r>
              <a:rPr lang="ko-KR" altLang="en-US"/>
              <a:t>만명</a:t>
            </a:r>
          </a:p>
          <a:p>
            <a:r>
              <a:rPr lang="ko-KR" altLang="en-US"/>
              <a:t>이탈률 </a:t>
            </a:r>
            <a:r>
              <a:rPr lang="en-US" altLang="ko-KR"/>
              <a:t>4%p </a:t>
            </a:r>
            <a:r>
              <a:rPr lang="ko-KR" altLang="en-US"/>
              <a:t>감소</a:t>
            </a:r>
          </a:p>
        </p:txBody>
      </p:sp>
    </p:spTree>
    <p:extLst>
      <p:ext uri="{BB962C8B-B14F-4D97-AF65-F5344CB8AC3E}">
        <p14:creationId xmlns:p14="http://schemas.microsoft.com/office/powerpoint/2010/main" val="244189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73C9780-FFDB-BD84-147C-D171D1581B19}"/>
              </a:ext>
            </a:extLst>
          </p:cNvPr>
          <p:cNvGrpSpPr/>
          <p:nvPr/>
        </p:nvGrpSpPr>
        <p:grpSpPr>
          <a:xfrm>
            <a:off x="762000" y="762000"/>
            <a:ext cx="3810000" cy="1385332"/>
            <a:chOff x="762000" y="762000"/>
            <a:chExt cx="3810000" cy="13853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19D3140-4BFA-F7F0-844D-2E4518DF6FBB}"/>
                </a:ext>
              </a:extLst>
            </p:cNvPr>
            <p:cNvSpPr txBox="1"/>
            <p:nvPr/>
          </p:nvSpPr>
          <p:spPr>
            <a:xfrm>
              <a:off x="762000" y="762000"/>
              <a:ext cx="3810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ko-KR" altLang="en-US"/>
                <a:t>왼쪽 상자 내용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A3F57D-0B84-C89B-9D5F-9534DD8F7BC3}"/>
                </a:ext>
              </a:extLst>
            </p:cNvPr>
            <p:cNvSpPr txBox="1"/>
            <p:nvPr/>
          </p:nvSpPr>
          <p:spPr>
            <a:xfrm>
              <a:off x="762000" y="1778000"/>
              <a:ext cx="3810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ko-KR" altLang="en-US"/>
                <a:t>오른쪽 상자 내용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7656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AB78F-B47B-857F-7CE1-17D0873A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지표 요약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2BB90B8-F8A5-C7FA-0DCC-FB7359239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35343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736222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83728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46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매출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12</a:t>
                      </a:r>
                      <a:r>
                        <a:rPr lang="ko-KR" altLang="en-US"/>
                        <a:t>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1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MAU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</a:t>
                      </a:r>
                      <a:r>
                        <a:rPr lang="ko-KR" altLang="en-US"/>
                        <a:t>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830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652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와이드스크린</PresentationFormat>
  <Paragraphs>15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분기 리뷰</vt:lpstr>
      <vt:lpstr>PowerPoint 프레젠테이션</vt:lpstr>
      <vt:lpstr>지표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분기 리뷰</dc:title>
  <dc:creator>테스터</dc:creator>
  <cp:lastModifiedBy>테스터</cp:lastModifiedBy>
  <cp:revision>1</cp:revision>
  <dcterms:created xsi:type="dcterms:W3CDTF">2026-08-22T17:02:44Z</dcterms:created>
  <dcterms:modified xsi:type="dcterms:W3CDTF">2026-08-22T17:02:44Z</dcterms:modified>
</cp:coreProperties>
</file>